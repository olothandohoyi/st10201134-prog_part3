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0680-0DA8-4279-9C7E-D800BC430C97}" type="datetimeFigureOut">
              <a:rPr lang="en-ZA" smtClean="0"/>
              <a:t>2025/11/06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7305-5FFE-4773-B6D0-912D3F3983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4514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0680-0DA8-4279-9C7E-D800BC430C97}" type="datetimeFigureOut">
              <a:rPr lang="en-ZA" smtClean="0"/>
              <a:t>2025/11/06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7305-5FFE-4773-B6D0-912D3F3983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2183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0680-0DA8-4279-9C7E-D800BC430C97}" type="datetimeFigureOut">
              <a:rPr lang="en-ZA" smtClean="0"/>
              <a:t>2025/11/06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7305-5FFE-4773-B6D0-912D3F3983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762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0680-0DA8-4279-9C7E-D800BC430C97}" type="datetimeFigureOut">
              <a:rPr lang="en-ZA" smtClean="0"/>
              <a:t>2025/11/06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7305-5FFE-4773-B6D0-912D3F3983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7101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0680-0DA8-4279-9C7E-D800BC430C97}" type="datetimeFigureOut">
              <a:rPr lang="en-ZA" smtClean="0"/>
              <a:t>2025/11/06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7305-5FFE-4773-B6D0-912D3F3983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994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0680-0DA8-4279-9C7E-D800BC430C97}" type="datetimeFigureOut">
              <a:rPr lang="en-ZA" smtClean="0"/>
              <a:t>2025/11/06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7305-5FFE-4773-B6D0-912D3F3983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550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0680-0DA8-4279-9C7E-D800BC430C97}" type="datetimeFigureOut">
              <a:rPr lang="en-ZA" smtClean="0"/>
              <a:t>2025/11/06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7305-5FFE-4773-B6D0-912D3F3983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340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0680-0DA8-4279-9C7E-D800BC430C97}" type="datetimeFigureOut">
              <a:rPr lang="en-ZA" smtClean="0"/>
              <a:t>2025/11/06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7305-5FFE-4773-B6D0-912D3F3983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235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0680-0DA8-4279-9C7E-D800BC430C97}" type="datetimeFigureOut">
              <a:rPr lang="en-ZA" smtClean="0"/>
              <a:t>2025/11/06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7305-5FFE-4773-B6D0-912D3F3983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8729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0680-0DA8-4279-9C7E-D800BC430C97}" type="datetimeFigureOut">
              <a:rPr lang="en-ZA" smtClean="0"/>
              <a:t>2025/11/06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7305-5FFE-4773-B6D0-912D3F3983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1465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0680-0DA8-4279-9C7E-D800BC430C97}" type="datetimeFigureOut">
              <a:rPr lang="en-ZA" smtClean="0"/>
              <a:t>2025/11/06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7305-5FFE-4773-B6D0-912D3F3983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4882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80680-0DA8-4279-9C7E-D800BC430C97}" type="datetimeFigureOut">
              <a:rPr lang="en-ZA" smtClean="0"/>
              <a:t>2025/11/06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E7305-5FFE-4773-B6D0-912D3F39834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34490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6000" dirty="0"/>
              <a:t>OLOTHANDO HOYI</a:t>
            </a:r>
            <a:br>
              <a:rPr lang="en-US" sz="6000" dirty="0"/>
            </a:br>
            <a:r>
              <a:rPr lang="en-US" sz="6000" dirty="0"/>
              <a:t>ST10201134</a:t>
            </a:r>
          </a:p>
          <a:p>
            <a:endParaRPr lang="en-US" sz="60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524000" y="1531332"/>
            <a:ext cx="1028018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 Monthly Claim System (CMCS)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Subtitle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Automating and Streamlining Lecturer Claims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PROG6212 </a:t>
            </a:r>
          </a:p>
        </p:txBody>
      </p:sp>
    </p:spTree>
    <p:extLst>
      <p:ext uri="{BB962C8B-B14F-4D97-AF65-F5344CB8AC3E}">
        <p14:creationId xmlns:p14="http://schemas.microsoft.com/office/powerpoint/2010/main" val="177365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Introduction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631689"/>
            <a:ext cx="10969487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CMCS?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web-based system designed to simplify the submission, approval, and processing of monthly claims for independent lecturers.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Streamline claim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transparency and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527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</a:t>
            </a:r>
            <a:endParaRPr lang="en-ZA" b="1" dirty="0"/>
          </a:p>
        </p:txBody>
      </p:sp>
      <p:sp>
        <p:nvSpPr>
          <p:cNvPr id="3" name="Rectangle 2"/>
          <p:cNvSpPr/>
          <p:nvPr/>
        </p:nvSpPr>
        <p:spPr>
          <a:xfrm>
            <a:off x="1722783" y="1690688"/>
            <a:ext cx="8189843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b="1" dirty="0"/>
              <a:t>Lecturer View: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Automated claim submission.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Hourly rate and hours worked input.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Auto-calculation of final payment.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ZA" dirty="0"/>
          </a:p>
          <a:p>
            <a:r>
              <a:rPr lang="en-ZA" sz="3200" b="1" dirty="0"/>
              <a:t>Coordinator View: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Claim review and approval/rejection workflow.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Predefined criteria validation.</a:t>
            </a:r>
          </a:p>
          <a:p>
            <a:endParaRPr lang="en-ZA" dirty="0"/>
          </a:p>
          <a:p>
            <a:r>
              <a:rPr lang="en-ZA" sz="3200" b="1" dirty="0"/>
              <a:t>HR View: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Automated report generation.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Lecturer data management.</a:t>
            </a:r>
          </a:p>
        </p:txBody>
      </p:sp>
    </p:spTree>
    <p:extLst>
      <p:ext uri="{BB962C8B-B14F-4D97-AF65-F5344CB8AC3E}">
        <p14:creationId xmlns:p14="http://schemas.microsoft.com/office/powerpoint/2010/main" val="3646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</a:t>
            </a:r>
            <a:endParaRPr lang="en-ZA" b="1" dirty="0"/>
          </a:p>
        </p:txBody>
      </p:sp>
      <p:sp>
        <p:nvSpPr>
          <p:cNvPr id="3" name="Rectangle 2"/>
          <p:cNvSpPr/>
          <p:nvPr/>
        </p:nvSpPr>
        <p:spPr>
          <a:xfrm>
            <a:off x="1616765" y="2001078"/>
            <a:ext cx="826935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Efficiency: Saves time by automating repetitive tasks.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Accuracy: Reduces errors through validation and auto-calculation.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Transparency: Clear approval workflow and claim tracking.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Scalability: Flexible architecture for future enhancements.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2497897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Technical Implementations</a:t>
            </a:r>
            <a:endParaRPr lang="en-ZA" b="1" dirty="0"/>
          </a:p>
        </p:txBody>
      </p:sp>
      <p:sp>
        <p:nvSpPr>
          <p:cNvPr id="3" name="Rectangle 2"/>
          <p:cNvSpPr/>
          <p:nvPr/>
        </p:nvSpPr>
        <p:spPr>
          <a:xfrm>
            <a:off x="1272209" y="1690688"/>
            <a:ext cx="791154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b="1" dirty="0"/>
              <a:t>Tools and Technologies: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 ASP.NET Core MVC for the web application.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 Entity Framework for database interactions.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 jQuery for client-side validations.ASP.NET Identity for user authentication and roles.</a:t>
            </a:r>
          </a:p>
          <a:p>
            <a:r>
              <a:rPr lang="en-ZA" sz="3200" b="1" dirty="0"/>
              <a:t>Database</a:t>
            </a:r>
            <a:r>
              <a:rPr lang="en-ZA" dirty="0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 SQL Server with tables for lecturers, claims, and approvals.</a:t>
            </a:r>
          </a:p>
        </p:txBody>
      </p:sp>
    </p:spTree>
    <p:extLst>
      <p:ext uri="{BB962C8B-B14F-4D97-AF65-F5344CB8AC3E}">
        <p14:creationId xmlns:p14="http://schemas.microsoft.com/office/powerpoint/2010/main" val="3927553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Lecture workflow</a:t>
            </a:r>
            <a:endParaRPr lang="en-ZA" b="1" dirty="0"/>
          </a:p>
        </p:txBody>
      </p:sp>
      <p:sp>
        <p:nvSpPr>
          <p:cNvPr id="3" name="Rectangle 2"/>
          <p:cNvSpPr/>
          <p:nvPr/>
        </p:nvSpPr>
        <p:spPr>
          <a:xfrm>
            <a:off x="1431235" y="1690688"/>
            <a:ext cx="771276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Step 1: Log in to the system.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Step 2: Input hours worked and hourly rate.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Step 3: Submit the claim for approval.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Step 4: Track claim status (Pending/Approved/Rejected).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172123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Coordinator workflow</a:t>
            </a:r>
            <a:endParaRPr lang="en-ZA" b="1" dirty="0"/>
          </a:p>
        </p:txBody>
      </p:sp>
      <p:sp>
        <p:nvSpPr>
          <p:cNvPr id="3" name="Rectangle 2"/>
          <p:cNvSpPr/>
          <p:nvPr/>
        </p:nvSpPr>
        <p:spPr>
          <a:xfrm>
            <a:off x="1537251" y="1690688"/>
            <a:ext cx="815008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Step 1: Log in to the system.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Step 2: View pending claims.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Step 3: Approve or reject claims with comments.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Step 4: Notify lecturers of the decision.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775144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HR workflow</a:t>
            </a:r>
            <a:endParaRPr lang="en-ZA" b="1" dirty="0"/>
          </a:p>
        </p:txBody>
      </p:sp>
      <p:sp>
        <p:nvSpPr>
          <p:cNvPr id="3" name="Rectangle 2"/>
          <p:cNvSpPr/>
          <p:nvPr/>
        </p:nvSpPr>
        <p:spPr>
          <a:xfrm>
            <a:off x="1126435" y="1690688"/>
            <a:ext cx="801756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Step 1: Log in to the system.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Step 2: View approved claims.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Step 3: Generate summary reports.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Step 4: Process payments and update lecturer records.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1833967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enhancements</a:t>
            </a:r>
            <a:endParaRPr lang="en-ZA" b="1" dirty="0"/>
          </a:p>
        </p:txBody>
      </p:sp>
      <p:sp>
        <p:nvSpPr>
          <p:cNvPr id="3" name="Rectangle 2"/>
          <p:cNvSpPr/>
          <p:nvPr/>
        </p:nvSpPr>
        <p:spPr>
          <a:xfrm>
            <a:off x="1311965" y="1690688"/>
            <a:ext cx="783203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Automation Highlights: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     Auto-calculation of payments.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     Validation checks during claim submission.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     Report export functionality for HR.</a:t>
            </a:r>
          </a:p>
          <a:p>
            <a:r>
              <a:rPr lang="en-US" sz="3200" b="1" dirty="0"/>
              <a:t>Integration</a:t>
            </a:r>
            <a:r>
              <a:rPr lang="en-US" dirty="0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     Seamless interaction between roles.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     Secure authentication and role-based access.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35396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Conclusions</a:t>
            </a:r>
            <a:endParaRPr lang="en-ZA" b="1" dirty="0"/>
          </a:p>
        </p:txBody>
      </p:sp>
      <p:sp>
        <p:nvSpPr>
          <p:cNvPr id="3" name="Rectangle 2"/>
          <p:cNvSpPr/>
          <p:nvPr/>
        </p:nvSpPr>
        <p:spPr>
          <a:xfrm>
            <a:off x="838200" y="1690688"/>
            <a:ext cx="83058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3200" b="1" dirty="0"/>
              <a:t>Summary</a:t>
            </a:r>
            <a:r>
              <a:rPr lang="en-ZA" dirty="0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   CMCS automates and simplifies claim management.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   Promotes efficiency, accuracy, and transparency.</a:t>
            </a:r>
          </a:p>
          <a:p>
            <a:endParaRPr lang="en-ZA" dirty="0"/>
          </a:p>
          <a:p>
            <a:r>
              <a:rPr lang="en-ZA" sz="3200" b="1" dirty="0"/>
              <a:t>Future Enhancements: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   Mobile app integration.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      Advanced analytics for HR.</a:t>
            </a:r>
          </a:p>
        </p:txBody>
      </p:sp>
    </p:spTree>
    <p:extLst>
      <p:ext uri="{BB962C8B-B14F-4D97-AF65-F5344CB8AC3E}">
        <p14:creationId xmlns:p14="http://schemas.microsoft.com/office/powerpoint/2010/main" val="4263703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391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Title: Contract Monthly Claim System (CMCS) Subtitle: Automating and Streamlining Lecturer Claims Module: PROG6212 </vt:lpstr>
      <vt:lpstr>Introduction</vt:lpstr>
      <vt:lpstr>Features</vt:lpstr>
      <vt:lpstr>Benefits</vt:lpstr>
      <vt:lpstr>Technical Implementations</vt:lpstr>
      <vt:lpstr>Lecture workflow</vt:lpstr>
      <vt:lpstr>Coordinator workflow</vt:lpstr>
      <vt:lpstr>HR workflow</vt:lpstr>
      <vt:lpstr>Key enhancements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OLOTHANDO HOYI</dc:creator>
  <cp:lastModifiedBy>Olothando Hoyi</cp:lastModifiedBy>
  <cp:revision>7</cp:revision>
  <dcterms:created xsi:type="dcterms:W3CDTF">2024-11-21T09:39:57Z</dcterms:created>
  <dcterms:modified xsi:type="dcterms:W3CDTF">2025-11-06T12:29:24Z</dcterms:modified>
</cp:coreProperties>
</file>